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-22860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3200400"/>
            <a:ext cx="5943600" cy="5943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960120"/>
            <a:ext cx="1371600" cy="1371600"/>
          </a:xfrm>
          <a:prstGeom prst="ellipse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152144"/>
            <a:ext cx="987552" cy="98755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3800" dirty="0"/>
          </a:p>
        </p:txBody>
      </p:sp>
      <p:sp>
        <p:nvSpPr>
          <p:cNvPr id="7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 and Prevent Phishing Attacks</a:t>
            </a:r>
            <a:endParaRPr lang="en-US" sz="1700" dirty="0"/>
          </a:p>
        </p:txBody>
      </p:sp>
      <p:sp>
        <p:nvSpPr>
          <p:cNvPr id="8" name="Shape 2"/>
          <p:cNvSpPr/>
          <p:nvPr/>
        </p:nvSpPr>
        <p:spPr>
          <a:xfrm>
            <a:off x="5166360" y="4251960"/>
            <a:ext cx="1828800" cy="0"/>
          </a:xfrm>
          <a:prstGeom prst="line">
            <a:avLst/>
          </a:prstGeom>
          <a:noFill/>
          <a:ln w="19050">
            <a:solidFill>
              <a:srgbClr val="17C3E6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3566160" y="4709160"/>
            <a:ext cx="109728" cy="109728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10" name="Text 4"/>
          <p:cNvSpPr/>
          <p:nvPr/>
        </p:nvSpPr>
        <p:spPr>
          <a:xfrm>
            <a:off x="3749040" y="4553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257800" y="470916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6"/>
          <p:cNvSpPr/>
          <p:nvPr/>
        </p:nvSpPr>
        <p:spPr>
          <a:xfrm>
            <a:off x="5440680" y="4553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949440" y="4709160"/>
            <a:ext cx="109728" cy="109728"/>
          </a:xfrm>
          <a:prstGeom prst="ellipse">
            <a:avLst/>
          </a:prstGeom>
          <a:solidFill>
            <a:srgbClr val="17C3E6"/>
          </a:solidFill>
          <a:ln/>
        </p:spPr>
      </p:sp>
      <p:sp>
        <p:nvSpPr>
          <p:cNvPr id="14" name="Text 8"/>
          <p:cNvSpPr/>
          <p:nvPr/>
        </p:nvSpPr>
        <p:spPr>
          <a:xfrm>
            <a:off x="7132320" y="4553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Awareness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Belal Gaffar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73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Phishing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" y="253288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Behind Attacks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990088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31520" y="3374136"/>
            <a:ext cx="457200" cy="457200"/>
          </a:xfrm>
          <a:prstGeom prst="ellipse">
            <a:avLst/>
          </a:prstGeom>
          <a:solidFill>
            <a:srgbClr val="17C3E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3831336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4215384"/>
            <a:ext cx="457200" cy="457200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Lifecycle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0120" y="4672584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0383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Red Flags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17C3E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673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2148840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0" y="2532888"/>
            <a:ext cx="457200" cy="457200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Protection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29400" y="2990088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0" y="33741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3831336"/>
            <a:ext cx="0" cy="384048"/>
          </a:xfrm>
          <a:prstGeom prst="line">
            <a:avLst/>
          </a:prstGeom>
          <a:noFill/>
          <a:ln w="19050">
            <a:solidFill>
              <a:srgbClr val="D7DAF7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00800" y="4215384"/>
            <a:ext cx="457200" cy="457200"/>
          </a:xfrm>
          <a:prstGeom prst="ellipse">
            <a:avLst/>
          </a:prstGeom>
          <a:solidFill>
            <a:srgbClr val="17C3E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0880" y="41970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94560"/>
            <a:ext cx="1371600" cy="1371600"/>
          </a:xfrm>
          <a:prstGeom prst="ellipse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2386584"/>
            <a:ext cx="987552" cy="9875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3840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PHISHING?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66344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663440" y="10515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that tricks users into revealing sensitive information by impersonating trusted organizations through fake emails, messages, or websites.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663440" y="2377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663440" y="2880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73168" y="3127248"/>
            <a:ext cx="146304" cy="146304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11" name="Text 7"/>
          <p:cNvSpPr/>
          <p:nvPr/>
        </p:nvSpPr>
        <p:spPr>
          <a:xfrm>
            <a:off x="4983480" y="28803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0" y="2880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10528" y="31272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28803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880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47888" y="3127248"/>
            <a:ext cx="146304" cy="146304"/>
          </a:xfrm>
          <a:prstGeom prst="ellipse">
            <a:avLst/>
          </a:prstGeom>
          <a:solidFill>
            <a:srgbClr val="17C3E6"/>
          </a:solidFill>
          <a:ln/>
        </p:spPr>
      </p:sp>
      <p:sp>
        <p:nvSpPr>
          <p:cNvPr id="17" name="Text 13"/>
          <p:cNvSpPr/>
          <p:nvPr/>
        </p:nvSpPr>
        <p:spPr>
          <a:xfrm>
            <a:off x="8458200" y="28803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875520" y="2880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985248" y="3127248"/>
            <a:ext cx="146304" cy="146304"/>
          </a:xfrm>
          <a:prstGeom prst="ellipse">
            <a:avLst/>
          </a:prstGeom>
          <a:solidFill>
            <a:srgbClr val="3E5CE0"/>
          </a:solidFill>
          <a:ln/>
        </p:spPr>
      </p:sp>
      <p:sp>
        <p:nvSpPr>
          <p:cNvPr id="20" name="Text 16"/>
          <p:cNvSpPr/>
          <p:nvPr/>
        </p:nvSpPr>
        <p:spPr>
          <a:xfrm>
            <a:off x="10195560" y="28803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63440" y="3931920"/>
            <a:ext cx="6858000" cy="1097280"/>
          </a:xfrm>
          <a:prstGeom prst="roundRect">
            <a:avLst>
              <a:gd name="adj" fmla="val 6667"/>
            </a:avLst>
          </a:prstGeom>
          <a:solidFill>
            <a:srgbClr val="F1EEF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1605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77840" y="39776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Phishing targets people rather than computer systems.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work? Attackers don't hack your computer; they hack your emotions.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286000"/>
            <a:ext cx="914400" cy="9144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2414016"/>
            <a:ext cx="658368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51560" y="3886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hours!"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434840" y="192024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286000"/>
            <a:ext cx="914400" cy="914400"/>
          </a:xfrm>
          <a:prstGeom prst="ellipse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2414016"/>
            <a:ext cx="658368" cy="6583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1772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754880" y="3886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detected illegal activity on your profile."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138160" y="192024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286000"/>
            <a:ext cx="914400" cy="914400"/>
          </a:xfrm>
          <a:prstGeom prst="ellipse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616" y="2414016"/>
            <a:ext cx="658368" cy="6583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2104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 / Greed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8458200" y="3886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won a gift card, click here to claim."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(1/3)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914400" cy="91440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459736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Phishing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2377440" y="25603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sent to millions of people hoping a few will fall for the trick.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402336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914400" cy="91440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654296"/>
            <a:ext cx="658368" cy="6583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77440" y="4251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2377440" y="4754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directed at specific individuals or companies, using personalized information (like your job title or colleague's name) to appear credible.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(2/3)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914400" cy="91440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459736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2377440" y="25603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form of spear phishing that targets high-profile executives, such as CEOs or CFOs, to gain access to corporate networks or authorize large wire transfers.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402336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914400" cy="91440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654296"/>
            <a:ext cx="658368" cy="6583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77440" y="4251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2377440" y="4754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take a legitimate, previously delivered email, clone it, and replace the safe links or attachments with malicious ones.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(3/3)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914400" cy="91440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459736"/>
            <a:ext cx="65836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744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 (SMS Phishing)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2377440" y="25603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attempts sent via text messages or messaging apps, often containing links to fake login pages.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4023360"/>
            <a:ext cx="10698480" cy="1874520"/>
          </a:xfrm>
          <a:prstGeom prst="roundRect">
            <a:avLst>
              <a:gd name="adj" fmla="val 3902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914400" cy="91440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654296"/>
            <a:ext cx="658368" cy="6583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77440" y="4251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 (Voice Phishing)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2377440" y="4754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phone calls where the attacker impersonates tech support, bank officials, or government agencies to extract credentials.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2004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Phishing Attack Process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phishing attack follows a predictable sequence.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606040" y="3566160"/>
            <a:ext cx="262890" cy="0"/>
          </a:xfrm>
          <a:prstGeom prst="line">
            <a:avLst/>
          </a:prstGeom>
          <a:noFill/>
          <a:ln w="19050">
            <a:solidFill>
              <a:srgbClr val="6C6FC4"/>
            </a:solidFill>
            <a:prstDash val="dash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3246120"/>
            <a:ext cx="640080" cy="64008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631" y="3335731"/>
            <a:ext cx="460858" cy="460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4023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0080" y="4526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malicious message is deployed.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834890" y="3566160"/>
            <a:ext cx="262890" cy="0"/>
          </a:xfrm>
          <a:prstGeom prst="line">
            <a:avLst/>
          </a:prstGeom>
          <a:noFill/>
          <a:ln w="19050">
            <a:solidFill>
              <a:srgbClr val="6C6FC4"/>
            </a:solidFill>
            <a:prstDash val="dash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70" y="3246120"/>
            <a:ext cx="640080" cy="640080"/>
          </a:xfrm>
          <a:prstGeom prst="ellipse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481" y="3335731"/>
            <a:ext cx="460858" cy="46085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68930" y="4023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Trusted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2868930" y="4526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believes the disguise.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7063740" y="3566160"/>
            <a:ext cx="262890" cy="0"/>
          </a:xfrm>
          <a:prstGeom prst="line">
            <a:avLst/>
          </a:prstGeom>
          <a:noFill/>
          <a:ln w="19050">
            <a:solidFill>
              <a:srgbClr val="6C6FC4"/>
            </a:solidFill>
            <a:prstDash val="dash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246120"/>
            <a:ext cx="640080" cy="640080"/>
          </a:xfrm>
          <a:prstGeom prst="ellipse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331" y="3335731"/>
            <a:ext cx="460858" cy="46085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97780" y="4023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5097780" y="4526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clicks a link or opens an attachment.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9292590" y="3566160"/>
            <a:ext cx="262890" cy="0"/>
          </a:xfrm>
          <a:prstGeom prst="line">
            <a:avLst/>
          </a:prstGeom>
          <a:noFill/>
          <a:ln w="19050">
            <a:solidFill>
              <a:srgbClr val="6C6FC4"/>
            </a:solidFill>
            <a:prstDash val="dash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9570" y="3246120"/>
            <a:ext cx="640080" cy="640080"/>
          </a:xfrm>
          <a:prstGeom prst="ellipse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9181" y="3335731"/>
            <a:ext cx="460858" cy="46085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326630" y="4023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Entered</a:t>
            </a:r>
            <a:endParaRPr lang="en-US" sz="1300" dirty="0"/>
          </a:p>
        </p:txBody>
      </p:sp>
      <p:sp>
        <p:nvSpPr>
          <p:cNvPr id="24" name="Text 13"/>
          <p:cNvSpPr/>
          <p:nvPr/>
        </p:nvSpPr>
        <p:spPr>
          <a:xfrm>
            <a:off x="7326630" y="4526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is submitted to a fake site.</a:t>
            </a:r>
            <a:endParaRPr lang="en-US" sz="10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8420" y="3246120"/>
            <a:ext cx="640080" cy="640080"/>
          </a:xfrm>
          <a:prstGeom prst="ellipse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8031" y="3335731"/>
            <a:ext cx="460858" cy="46085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9555480" y="4023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Gained</a:t>
            </a:r>
            <a:endParaRPr lang="en-US" sz="1300" dirty="0"/>
          </a:p>
        </p:txBody>
      </p:sp>
      <p:sp>
        <p:nvSpPr>
          <p:cNvPr id="28" name="Text 15"/>
          <p:cNvSpPr/>
          <p:nvPr/>
        </p:nvSpPr>
        <p:spPr>
          <a:xfrm>
            <a:off x="9555480" y="4526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successfully steals the data.</a:t>
            </a:r>
            <a:endParaRPr lang="en-US" sz="1050" dirty="0"/>
          </a:p>
        </p:txBody>
      </p:sp>
      <p:sp>
        <p:nvSpPr>
          <p:cNvPr id="29" name="Text 16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30" name="Text 17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Signs: Sender &amp; Subject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548640" cy="54864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70" y="2317090"/>
            <a:ext cx="395021" cy="3950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11680" y="1965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Sender Address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011680" y="237744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address. Attackers use domains that look similar to legitimate ones (e.g., support@paypaI.com instead of paypal.com).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1520" y="3364992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76472"/>
            <a:ext cx="548640" cy="54864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370" y="3853282"/>
            <a:ext cx="395021" cy="3950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11680" y="35021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or Threatening Language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2011680" y="39136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that pressure you to act immediately are designed to bypass careful thinking.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31520" y="4901184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312664"/>
            <a:ext cx="548640" cy="548640"/>
          </a:xfrm>
          <a:prstGeom prst="ellipse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370" y="5389474"/>
            <a:ext cx="395021" cy="3950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11680" y="503834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&amp; Grammar Mistakes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2011680" y="544982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organizations rarely send emails with obvious errors.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Signs: Links &amp; Attachments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548640" cy="548640"/>
          </a:xfrm>
          <a:prstGeom prst="ellipse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70" y="2317090"/>
            <a:ext cx="395021" cy="3950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11680" y="1965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Hyperlinks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011680" y="237744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text might say "Verify Account", but the hidden link leads to a malicious server. Hover over links to preview the actual URL before clicking.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1520" y="3364992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76472"/>
            <a:ext cx="548640" cy="54864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370" y="3853282"/>
            <a:ext cx="395021" cy="3950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11680" y="35021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Unexpected Attachments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2011680" y="3913632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open files from unknown senders — they may contain malware.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31520" y="4901184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F6F5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312664"/>
            <a:ext cx="548640" cy="548640"/>
          </a:xfrm>
          <a:prstGeom prst="ellipse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370" y="5389474"/>
            <a:ext cx="395021" cy="3950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11680" y="503834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for Passwords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2011680" y="5449824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never ask for credentials via email.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Fake Email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737360"/>
            <a:ext cx="7772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737360"/>
            <a:ext cx="777240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7373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support@paypaI-security.com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4505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4505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Urgent! Your Account Will Be Locked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99923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611880"/>
            <a:ext cx="7223760" cy="0"/>
          </a:xfrm>
          <a:prstGeom prst="line">
            <a:avLst/>
          </a:prstGeom>
          <a:noFill/>
          <a:ln w="12700">
            <a:solidFill>
              <a:srgbClr val="E4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8404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detected unusual activity. Verify now."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382219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822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Personal Info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617720"/>
            <a:ext cx="2011680" cy="502920"/>
          </a:xfrm>
          <a:prstGeom prst="ellipse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46888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4636008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4636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685800" cy="6858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2153412"/>
            <a:ext cx="493776" cy="49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email address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48056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057400"/>
            <a:ext cx="685800" cy="685800"/>
          </a:xfrm>
          <a:prstGeom prst="ellipse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2153412"/>
            <a:ext cx="493776" cy="4937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6344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822960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57400"/>
            <a:ext cx="685800" cy="685800"/>
          </a:xfrm>
          <a:prstGeom prst="ellipse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212" y="2153412"/>
            <a:ext cx="493776" cy="49377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41248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via email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73152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794760"/>
            <a:ext cx="685800" cy="685800"/>
          </a:xfrm>
          <a:prstGeom prst="ellipse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" y="3890772"/>
            <a:ext cx="493776" cy="49377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440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250" dirty="0"/>
          </a:p>
        </p:txBody>
      </p:sp>
      <p:sp>
        <p:nvSpPr>
          <p:cNvPr id="20" name="Shape 10"/>
          <p:cNvSpPr/>
          <p:nvPr/>
        </p:nvSpPr>
        <p:spPr>
          <a:xfrm>
            <a:off x="448056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794760"/>
            <a:ext cx="685800" cy="685800"/>
          </a:xfrm>
          <a:prstGeom prst="ellipse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5172" y="3890772"/>
            <a:ext cx="493776" cy="49377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66344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systems updated</a:t>
            </a:r>
            <a:endParaRPr lang="en-US" sz="1250" dirty="0"/>
          </a:p>
        </p:txBody>
      </p:sp>
      <p:sp>
        <p:nvSpPr>
          <p:cNvPr id="24" name="Shape 12"/>
          <p:cNvSpPr/>
          <p:nvPr/>
        </p:nvSpPr>
        <p:spPr>
          <a:xfrm>
            <a:off x="822960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F7FD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3794760"/>
            <a:ext cx="685800" cy="685800"/>
          </a:xfrm>
          <a:prstGeom prst="ellipse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4212" y="3890772"/>
            <a:ext cx="493776" cy="493776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841248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reputable antivirus software</a:t>
            </a:r>
            <a:endParaRPr lang="en-US" sz="1250" dirty="0"/>
          </a:p>
        </p:txBody>
      </p:sp>
      <p:sp>
        <p:nvSpPr>
          <p:cNvPr id="28" name="Text 14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29" name="Text 15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0" y="36576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Response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do when you spot a suspicious message?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97280" y="18745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41A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984248"/>
            <a:ext cx="548640" cy="54864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690" y="2061058"/>
            <a:ext cx="395021" cy="3950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65960" y="1874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2514600" y="1874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any links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1097280" y="27889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41A5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898648"/>
            <a:ext cx="548640" cy="548640"/>
          </a:xfrm>
          <a:prstGeom prst="ellipse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690" y="2975458"/>
            <a:ext cx="395021" cy="39502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965960" y="2788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2514600" y="2788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open attachments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1097280" y="37033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41A55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813048"/>
            <a:ext cx="548640" cy="548640"/>
          </a:xfrm>
          <a:prstGeom prst="ellipse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2690" y="3889858"/>
            <a:ext cx="395021" cy="39502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03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2514600" y="3703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the official website directly</a:t>
            </a:r>
            <a:endParaRPr lang="en-US" sz="1500" dirty="0"/>
          </a:p>
        </p:txBody>
      </p:sp>
      <p:sp>
        <p:nvSpPr>
          <p:cNvPr id="20" name="Shape 11"/>
          <p:cNvSpPr/>
          <p:nvPr/>
        </p:nvSpPr>
        <p:spPr>
          <a:xfrm>
            <a:off x="1097280" y="46177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41A55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" y="4727448"/>
            <a:ext cx="548640" cy="548640"/>
          </a:xfrm>
          <a:prstGeom prst="ellipse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2690" y="4804258"/>
            <a:ext cx="395021" cy="39502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965960" y="4617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13"/>
          <p:cNvSpPr/>
          <p:nvPr/>
        </p:nvSpPr>
        <p:spPr>
          <a:xfrm>
            <a:off x="2514600" y="4617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your IT / security team</a:t>
            </a:r>
            <a:endParaRPr lang="en-US" sz="1500" dirty="0"/>
          </a:p>
        </p:txBody>
      </p:sp>
      <p:sp>
        <p:nvSpPr>
          <p:cNvPr id="25" name="Shape 14"/>
          <p:cNvSpPr/>
          <p:nvPr/>
        </p:nvSpPr>
        <p:spPr>
          <a:xfrm>
            <a:off x="1097280" y="55321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241A55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80" y="5641848"/>
            <a:ext cx="548640" cy="548640"/>
          </a:xfrm>
          <a:prstGeom prst="ellipse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2690" y="5718658"/>
            <a:ext cx="395021" cy="395021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965960" y="5532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16"/>
          <p:cNvSpPr/>
          <p:nvPr/>
        </p:nvSpPr>
        <p:spPr>
          <a:xfrm>
            <a:off x="2514600" y="5532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suspicious message</a:t>
            </a:r>
            <a:endParaRPr lang="en-US" sz="1500" dirty="0"/>
          </a:p>
        </p:txBody>
      </p:sp>
      <p:sp>
        <p:nvSpPr>
          <p:cNvPr id="30" name="Text 17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31" name="Text 18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test your knowledge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548640" cy="54864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088490"/>
            <a:ext cx="395021" cy="3950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9659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urgent email from your bank asking you to click a link to stop a $500 unauthorized transfer. What is your first step?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737360" y="2788920"/>
            <a:ext cx="9052560" cy="18288"/>
          </a:xfrm>
          <a:prstGeom prst="rect">
            <a:avLst/>
          </a:prstGeom>
          <a:solidFill>
            <a:srgbClr val="E4E7F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2926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0280" y="288036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Do not click. Open your bank's official app or website directly to check your account.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31520" y="3931920"/>
            <a:ext cx="10698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6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60520"/>
            <a:ext cx="548640" cy="548640"/>
          </a:xfrm>
          <a:prstGeom prst="ellipse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650" y="4237330"/>
            <a:ext cx="395021" cy="3950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37360" y="41148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 If an email is addressed to you by your full name, it is guaranteed to be safe.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1737360" y="4937760"/>
            <a:ext cx="9052560" cy="18288"/>
          </a:xfrm>
          <a:prstGeom prst="rect">
            <a:avLst/>
          </a:prstGeom>
          <a:solidFill>
            <a:srgbClr val="E4E7F5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5074920"/>
            <a:ext cx="365760" cy="3657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240280" y="502920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False. Spear phishing uses your personal details to gain your trust.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0" y="-2743200"/>
            <a:ext cx="5486400" cy="5486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Conclusion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822960" y="14630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241A55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737360"/>
            <a:ext cx="914400" cy="914400"/>
          </a:xfrm>
          <a:prstGeom prst="ellipse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16" y="1865376"/>
            <a:ext cx="658368" cy="65836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58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Threat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1097280" y="3154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one of the most prevalent cyber threats facing organizations today.</a:t>
            </a:r>
            <a:endParaRPr lang="en-US" sz="1150" dirty="0"/>
          </a:p>
        </p:txBody>
      </p:sp>
      <p:sp>
        <p:nvSpPr>
          <p:cNvPr id="10" name="Shape 4"/>
          <p:cNvSpPr/>
          <p:nvPr/>
        </p:nvSpPr>
        <p:spPr>
          <a:xfrm>
            <a:off x="4389120" y="14630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241A55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737360"/>
            <a:ext cx="914400" cy="914400"/>
          </a:xfrm>
          <a:prstGeom prst="ellipse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1576" y="1865376"/>
            <a:ext cx="658368" cy="6583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Verify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4663440" y="3154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addresses and hover over links before taking any action.</a:t>
            </a:r>
            <a:endParaRPr lang="en-US" sz="1150" dirty="0"/>
          </a:p>
        </p:txBody>
      </p:sp>
      <p:sp>
        <p:nvSpPr>
          <p:cNvPr id="15" name="Shape 7"/>
          <p:cNvSpPr/>
          <p:nvPr/>
        </p:nvSpPr>
        <p:spPr>
          <a:xfrm>
            <a:off x="7955280" y="14630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241A55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1737360"/>
            <a:ext cx="914400" cy="914400"/>
          </a:xfrm>
          <a:prstGeom prst="ellipse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7736" y="1865376"/>
            <a:ext cx="658368" cy="65836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1381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is Defense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8229600" y="31546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vigilance is the strongest line of defense against phishing attacks.</a:t>
            </a:r>
            <a:endParaRPr lang="en-US" sz="1150" dirty="0"/>
          </a:p>
        </p:txBody>
      </p:sp>
      <p:sp>
        <p:nvSpPr>
          <p:cNvPr id="20" name="Shape 10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17C3E6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Always Think Before You Click.</a:t>
            </a:r>
            <a:endParaRPr lang="en-US" sz="1700" dirty="0"/>
          </a:p>
        </p:txBody>
      </p:sp>
      <p:sp>
        <p:nvSpPr>
          <p:cNvPr id="22" name="Text 1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Belal Gaffar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11064240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25" name="Text 15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Belal Gaffar</dc:creator>
  <cp:lastModifiedBy>Belal Gaffar</cp:lastModifiedBy>
  <cp:revision>1</cp:revision>
  <dcterms:created xsi:type="dcterms:W3CDTF">2026-07-03T01:06:48Z</dcterms:created>
  <dcterms:modified xsi:type="dcterms:W3CDTF">2026-07-03T01:06:48Z</dcterms:modified>
</cp:coreProperties>
</file>